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7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E51C070-3179-4F59-B97E-69E0A183C3AD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27D6A2-C2CB-44C2-A875-AC4778F252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54167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E51C070-3179-4F59-B97E-69E0A183C3AD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27D6A2-C2CB-44C2-A875-AC4778F252E6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5087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4E51C070-3179-4F59-B97E-69E0A183C3AD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2D27D6A2-C2CB-44C2-A875-AC4778F252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79321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1C070-3179-4F59-B97E-69E0A183C3AD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7D6A2-C2CB-44C2-A875-AC4778F252E6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8466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1C070-3179-4F59-B97E-69E0A183C3AD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7D6A2-C2CB-44C2-A875-AC4778F252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211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E51C070-3179-4F59-B97E-69E0A183C3AD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27D6A2-C2CB-44C2-A875-AC4778F252E6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2900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E51C070-3179-4F59-B97E-69E0A183C3AD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27D6A2-C2CB-44C2-A875-AC4778F252E6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745234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E51C070-3179-4F59-B97E-69E0A183C3AD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27D6A2-C2CB-44C2-A875-AC4778F252E6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9634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E51C070-3179-4F59-B97E-69E0A183C3AD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27D6A2-C2CB-44C2-A875-AC4778F252E6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23744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4E51C070-3179-4F59-B97E-69E0A183C3AD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2D27D6A2-C2CB-44C2-A875-AC4778F252E6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9665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4E51C070-3179-4F59-B97E-69E0A183C3AD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2D27D6A2-C2CB-44C2-A875-AC4778F252E6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67022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4E51C070-3179-4F59-B97E-69E0A183C3AD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D27D6A2-C2CB-44C2-A875-AC4778F252E6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957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1C070-3179-4F59-B97E-69E0A183C3AD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7D6A2-C2CB-44C2-A875-AC4778F252E6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9455520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E51C070-3179-4F59-B97E-69E0A183C3AD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2D27D6A2-C2CB-44C2-A875-AC4778F252E6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82027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4E51C070-3179-4F59-B97E-69E0A183C3AD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2D27D6A2-C2CB-44C2-A875-AC4778F252E6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17239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4E51C070-3179-4F59-B97E-69E0A183C3AD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2D27D6A2-C2CB-44C2-A875-AC4778F252E6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60615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E51C070-3179-4F59-B97E-69E0A183C3AD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27D6A2-C2CB-44C2-A875-AC4778F252E6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623407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E51C070-3179-4F59-B97E-69E0A183C3AD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27D6A2-C2CB-44C2-A875-AC4778F252E6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04409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E51C070-3179-4F59-B97E-69E0A183C3AD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27D6A2-C2CB-44C2-A875-AC4778F252E6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48862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E51C070-3179-4F59-B97E-69E0A183C3AD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27D6A2-C2CB-44C2-A875-AC4778F252E6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261046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E51C070-3179-4F59-B97E-69E0A183C3AD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D27D6A2-C2CB-44C2-A875-AC4778F252E6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47444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E51C070-3179-4F59-B97E-69E0A183C3AD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27D6A2-C2CB-44C2-A875-AC4778F252E6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216225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E51C070-3179-4F59-B97E-69E0A183C3AD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D27D6A2-C2CB-44C2-A875-AC4778F252E6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53165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E51C070-3179-4F59-B97E-69E0A183C3AD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D27D6A2-C2CB-44C2-A875-AC4778F252E6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28905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E51C070-3179-4F59-B97E-69E0A183C3AD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D27D6A2-C2CB-44C2-A875-AC4778F252E6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59784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1C070-3179-4F59-B97E-69E0A183C3AD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7D6A2-C2CB-44C2-A875-AC4778F252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752448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1C070-3179-4F59-B97E-69E0A183C3AD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7D6A2-C2CB-44C2-A875-AC4778F252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54256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40396-5BCD-C298-A402-7FD035818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47CDE-EC9C-38EA-B751-3529F1D1E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A6402-AEC6-8B8E-25BC-9C7201381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1C070-3179-4F59-B97E-69E0A183C3AD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62DAC-4210-28E4-90D0-D8D93B564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BA5C2-BFC8-4CD9-3A4F-9CBD68D27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7D6A2-C2CB-44C2-A875-AC4778F252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7836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4E51C070-3179-4F59-B97E-69E0A183C3AD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2D27D6A2-C2CB-44C2-A875-AC4778F252E6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29013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D6A734-2771-C790-9753-7A0D038F86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388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95ECE2-FC6D-53AA-210E-FE3581FCA9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5120"/>
            <a:ext cx="12110720" cy="65328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84AC6A3-72C8-49BE-1946-0307677B6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8100"/>
            <a:ext cx="11898023" cy="969206"/>
          </a:xfrm>
        </p:spPr>
        <p:txBody>
          <a:bodyPr>
            <a:normAutofit/>
          </a:bodyPr>
          <a:lstStyle/>
          <a:p>
            <a:r>
              <a:rPr lang="en-US" sz="6600" dirty="0"/>
              <a:t>Title</a:t>
            </a:r>
            <a:endParaRPr lang="en-IN" sz="6600" dirty="0"/>
          </a:p>
        </p:txBody>
      </p:sp>
    </p:spTree>
    <p:extLst>
      <p:ext uri="{BB962C8B-B14F-4D97-AF65-F5344CB8AC3E}">
        <p14:creationId xmlns:p14="http://schemas.microsoft.com/office/powerpoint/2010/main" val="3002166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F4FC6-895D-9780-C7BE-76E255091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659"/>
            <a:ext cx="11898023" cy="969206"/>
          </a:xfrm>
        </p:spPr>
        <p:txBody>
          <a:bodyPr>
            <a:normAutofit fontScale="90000"/>
          </a:bodyPr>
          <a:lstStyle/>
          <a:p>
            <a:r>
              <a:rPr lang="en-US" sz="7200" dirty="0"/>
              <a:t>Problem &amp; Solution</a:t>
            </a:r>
            <a:endParaRPr lang="en-IN" sz="72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531EB5A-2216-F6B7-763D-3B7886ADE2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3440"/>
            <a:ext cx="12192000" cy="6004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643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01EC2-672D-C680-2E9C-E262AB9A6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604046" cy="969206"/>
          </a:xfrm>
        </p:spPr>
        <p:txBody>
          <a:bodyPr>
            <a:normAutofit fontScale="90000"/>
          </a:bodyPr>
          <a:lstStyle/>
          <a:p>
            <a:r>
              <a:rPr lang="en-US" sz="7200" dirty="0"/>
              <a:t>Core Features &amp; Tech Stack</a:t>
            </a:r>
            <a:endParaRPr lang="en-IN" sz="7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FAA158-F511-C254-0B2A-B832378C23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1200"/>
            <a:ext cx="12192000" cy="6146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374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BD0D6-72E4-B3F2-E7E0-94E91C27A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604046" cy="969206"/>
          </a:xfrm>
        </p:spPr>
        <p:txBody>
          <a:bodyPr>
            <a:normAutofit/>
          </a:bodyPr>
          <a:lstStyle/>
          <a:p>
            <a:r>
              <a:rPr lang="en-US" sz="6600" dirty="0"/>
              <a:t>Architecture &amp; Workflow</a:t>
            </a:r>
            <a:endParaRPr lang="en-IN" sz="66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BE64F8-6002-4B27-C2AF-92D067A2F0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2480"/>
            <a:ext cx="12192000" cy="6065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293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E29B8C-D12E-5715-AEC3-76591B9108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" y="762001"/>
            <a:ext cx="12168377" cy="609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2E8246-C05A-D233-5A44-6352349BC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604046" cy="969206"/>
          </a:xfrm>
        </p:spPr>
        <p:txBody>
          <a:bodyPr>
            <a:normAutofit fontScale="90000"/>
          </a:bodyPr>
          <a:lstStyle/>
          <a:p>
            <a:r>
              <a:rPr lang="en-US" sz="7200" dirty="0"/>
              <a:t>Week Implementation Plan</a:t>
            </a:r>
            <a:endParaRPr lang="en-IN" sz="7200" dirty="0"/>
          </a:p>
        </p:txBody>
      </p:sp>
    </p:spTree>
    <p:extLst>
      <p:ext uri="{BB962C8B-B14F-4D97-AF65-F5344CB8AC3E}">
        <p14:creationId xmlns:p14="http://schemas.microsoft.com/office/powerpoint/2010/main" val="2535630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2C5561-70DB-3F7D-4DC0-D4B1F376DC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9600"/>
            <a:ext cx="12192000" cy="62346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4CF55C7-0A0C-900C-9FCD-7F26C35D2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604046" cy="969206"/>
          </a:xfrm>
        </p:spPr>
        <p:txBody>
          <a:bodyPr>
            <a:normAutofit/>
          </a:bodyPr>
          <a:lstStyle/>
          <a:p>
            <a:r>
              <a:rPr lang="en-US" sz="6600" dirty="0"/>
              <a:t>Conclusion</a:t>
            </a:r>
            <a:endParaRPr lang="en-IN" sz="6600" dirty="0"/>
          </a:p>
        </p:txBody>
      </p:sp>
    </p:spTree>
    <p:extLst>
      <p:ext uri="{BB962C8B-B14F-4D97-AF65-F5344CB8AC3E}">
        <p14:creationId xmlns:p14="http://schemas.microsoft.com/office/powerpoint/2010/main" val="2592120198"/>
      </p:ext>
    </p:extLst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24</TotalTime>
  <Words>16</Words>
  <Application>Microsoft Office PowerPoint</Application>
  <PresentationFormat>Widescreen</PresentationFormat>
  <Paragraphs>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Arial Nova Light</vt:lpstr>
      <vt:lpstr>Dark Gradient</vt:lpstr>
      <vt:lpstr>PowerPoint Presentation</vt:lpstr>
      <vt:lpstr>Title</vt:lpstr>
      <vt:lpstr>Problem &amp; Solution</vt:lpstr>
      <vt:lpstr>Core Features &amp; Tech Stack</vt:lpstr>
      <vt:lpstr>Architecture &amp; Workflow</vt:lpstr>
      <vt:lpstr>Week Implementation Plan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Ramjee Tiwari</dc:creator>
  <cp:lastModifiedBy>Ramjee Tiwari</cp:lastModifiedBy>
  <cp:revision>1</cp:revision>
  <dcterms:created xsi:type="dcterms:W3CDTF">2026-10-18T07:23:31Z</dcterms:created>
  <dcterms:modified xsi:type="dcterms:W3CDTF">2026-10-18T07:47:32Z</dcterms:modified>
</cp:coreProperties>
</file>